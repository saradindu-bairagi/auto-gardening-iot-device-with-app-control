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3" r:id="rId5"/>
    <p:sldId id="265" r:id="rId6"/>
    <p:sldId id="261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-is-smart-gardening-FB-1200x700-compres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2235"/>
            <a:ext cx="12295505" cy="72802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7330"/>
            <a:ext cx="12295505" cy="1903730"/>
          </a:xfrm>
          <a:gradFill>
            <a:gsLst>
              <a:gs pos="0">
                <a:srgbClr val="14CD68">
                  <a:alpha val="70000"/>
                </a:srgbClr>
              </a:gs>
              <a:gs pos="100000">
                <a:srgbClr val="0B6E3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altLang="en-US" b="1" dirty="0">
                <a:solidFill>
                  <a:schemeClr val="tx1"/>
                </a:solidFill>
                <a:latin typeface="+mn-ea"/>
                <a:cs typeface="+mn-ea"/>
              </a:rPr>
              <a:t>Smart Plant Watering and Matainance System Project</a:t>
            </a:r>
            <a:endParaRPr lang="en-IN" altLang="en-US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299970" y="4387215"/>
            <a:ext cx="7592060" cy="2676525"/>
          </a:xfrm>
          <a:prstGeom prst="rect">
            <a:avLst/>
          </a:prstGeom>
          <a:gradFill>
            <a:gsLst>
              <a:gs pos="0">
                <a:srgbClr val="14CD68">
                  <a:alpha val="70000"/>
                </a:srgbClr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400" b="1"/>
              <a:t>OBJECTIVES</a:t>
            </a:r>
            <a:endParaRPr lang="en-IN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400" b="1"/>
              <a:t>TIMEBASED AUTOMATED WATERING OF PLANTS</a:t>
            </a:r>
            <a:endParaRPr lang="en-IN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400" b="1"/>
              <a:t>TEMPERATURE AND SOIL MOISTER MONITERING AND ALERT SYSTEM WHEN TIGGERED OUT OF GIVEN DATA RANGE</a:t>
            </a:r>
            <a:endParaRPr lang="en-IN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400" b="1"/>
              <a:t>TIMEBASED AUTOMATED PLANT FULL SPECTRUM LIGHT </a:t>
            </a:r>
            <a:endParaRPr lang="en-IN" alt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400" b="1"/>
              <a:t>TIMEBASED FERTILIZER[LIQUID NPK] APPLY TO SOIL</a:t>
            </a:r>
            <a:endParaRPr lang="en-IN" altLang="en-US" sz="2400" b="1"/>
          </a:p>
        </p:txBody>
      </p:sp>
      <p:sp>
        <p:nvSpPr>
          <p:cNvPr id="8" name="Text Box 7"/>
          <p:cNvSpPr txBox="1"/>
          <p:nvPr/>
        </p:nvSpPr>
        <p:spPr>
          <a:xfrm>
            <a:off x="1478280" y="2407920"/>
            <a:ext cx="9339580" cy="1383665"/>
          </a:xfrm>
          <a:prstGeom prst="rect">
            <a:avLst/>
          </a:prstGeom>
          <a:gradFill>
            <a:gsLst>
              <a:gs pos="0">
                <a:srgbClr val="14CD68">
                  <a:alpha val="0"/>
                </a:srgbClr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algn="ctr"/>
            <a:r>
              <a:rPr lang="en-IN" altLang="en-US" sz="2800" b="1">
                <a:solidFill>
                  <a:schemeClr val="tx1">
                    <a:lumMod val="95000"/>
                    <a:lumOff val="5000"/>
                  </a:schemeClr>
                </a:solidFill>
              </a:rPr>
              <a:t>THE GOAL OF THIS PROJECT IS TO GROW PLANTS AND VAGETABLES WITHOUT HUMAN INTERACTION OR WITH MINIMUM INTRACTION</a:t>
            </a:r>
            <a:endParaRPr lang="en-IN" altLang="en-US" sz="28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0" name="Flowchart: Process 19"/>
          <p:cNvSpPr/>
          <p:nvPr/>
        </p:nvSpPr>
        <p:spPr>
          <a:xfrm>
            <a:off x="8903335" y="5248275"/>
            <a:ext cx="314261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Flowchart: Process 14"/>
          <p:cNvSpPr/>
          <p:nvPr/>
        </p:nvSpPr>
        <p:spPr>
          <a:xfrm>
            <a:off x="8903970" y="3562985"/>
            <a:ext cx="314261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02870" y="0"/>
            <a:ext cx="551815" cy="61156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en-IN" altLang="en-US" sz="2400"/>
              <a:t>BLOCK DIAGRAM</a:t>
            </a:r>
            <a:endParaRPr lang="en-IN" altLang="en-US" sz="2400"/>
          </a:p>
        </p:txBody>
      </p:sp>
      <p:grpSp>
        <p:nvGrpSpPr>
          <p:cNvPr id="37" name="Group 36"/>
          <p:cNvGrpSpPr/>
          <p:nvPr/>
        </p:nvGrpSpPr>
        <p:grpSpPr>
          <a:xfrm>
            <a:off x="5104765" y="1878330"/>
            <a:ext cx="1982470" cy="4875530"/>
            <a:chOff x="8039" y="1561"/>
            <a:chExt cx="3122" cy="7678"/>
          </a:xfrm>
        </p:grpSpPr>
        <p:sp>
          <p:nvSpPr>
            <p:cNvPr id="5" name="Rectangles 4"/>
            <p:cNvSpPr/>
            <p:nvPr/>
          </p:nvSpPr>
          <p:spPr>
            <a:xfrm>
              <a:off x="8039" y="1561"/>
              <a:ext cx="3122" cy="76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8160" y="1826"/>
              <a:ext cx="288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NodeMCU MicroController</a:t>
              </a:r>
              <a:endParaRPr lang="en-IN" altLang="en-US"/>
            </a:p>
          </p:txBody>
        </p:sp>
        <p:sp>
          <p:nvSpPr>
            <p:cNvPr id="2" name="Text Box 1"/>
            <p:cNvSpPr txBox="1"/>
            <p:nvPr/>
          </p:nvSpPr>
          <p:spPr>
            <a:xfrm>
              <a:off x="10228" y="3144"/>
              <a:ext cx="724" cy="57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IN" altLang="en-US"/>
                <a:t>**********Analop Pins ***********</a:t>
              </a:r>
              <a:endParaRPr lang="en-IN" alt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8160" y="3144"/>
              <a:ext cx="724" cy="57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IN" altLang="en-US"/>
                <a:t>**********Digital Pins***********</a:t>
              </a:r>
              <a:endParaRPr lang="en-I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8666" y="7983"/>
              <a:ext cx="18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Power Supply 5v</a:t>
              </a:r>
              <a:endParaRPr lang="en-IN" alt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8666" y="3450"/>
              <a:ext cx="18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ESP Wifi Module</a:t>
              </a:r>
              <a:endParaRPr lang="en-IN" altLang="en-US"/>
            </a:p>
          </p:txBody>
        </p:sp>
      </p:grpSp>
      <p:pic>
        <p:nvPicPr>
          <p:cNvPr id="13" name="Content Placeholder 8"/>
          <p:cNvPicPr>
            <a:picLocks noChangeAspect="1"/>
          </p:cNvPicPr>
          <p:nvPr>
            <p:ph idx="1"/>
          </p:nvPr>
        </p:nvPicPr>
        <p:blipFill>
          <a:blip r:embed="rId1"/>
          <a:srcRect t="4759" b="3184"/>
          <a:stretch>
            <a:fillRect/>
          </a:stretch>
        </p:blipFill>
        <p:spPr>
          <a:xfrm>
            <a:off x="9065260" y="3676015"/>
            <a:ext cx="1048385" cy="1048385"/>
          </a:xfrm>
          <a:prstGeom prst="round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0258425" y="3801110"/>
            <a:ext cx="1586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TEMPARATURE SENSOR</a:t>
            </a:r>
            <a:endParaRPr lang="en-IN" altLang="en-US"/>
          </a:p>
        </p:txBody>
      </p:sp>
      <p:pic>
        <p:nvPicPr>
          <p:cNvPr id="18" name="Content Placeholder 17"/>
          <p:cNvPicPr>
            <a:picLocks noChangeAspect="1"/>
          </p:cNvPicPr>
          <p:nvPr>
            <p:ph sz="half" idx="2"/>
          </p:nvPr>
        </p:nvPicPr>
        <p:blipFill>
          <a:blip r:embed="rId2"/>
          <a:srcRect l="23585" r="25447"/>
          <a:stretch>
            <a:fillRect/>
          </a:stretch>
        </p:blipFill>
        <p:spPr>
          <a:xfrm>
            <a:off x="9063355" y="5374005"/>
            <a:ext cx="777875" cy="760730"/>
          </a:xfrm>
          <a:prstGeom prst="roundRect">
            <a:avLst/>
          </a:prstGeom>
        </p:spPr>
      </p:pic>
      <p:sp>
        <p:nvSpPr>
          <p:cNvPr id="19" name="Title 4"/>
          <p:cNvSpPr>
            <a:spLocks noGrp="1"/>
          </p:cNvSpPr>
          <p:nvPr/>
        </p:nvSpPr>
        <p:spPr>
          <a:xfrm>
            <a:off x="10113645" y="5374005"/>
            <a:ext cx="1580515" cy="805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/>
              <a:t>Soil Moister Sensor</a:t>
            </a:r>
            <a:endParaRPr lang="en-IN" altLang="en-US"/>
          </a:p>
        </p:txBody>
      </p:sp>
      <p:sp>
        <p:nvSpPr>
          <p:cNvPr id="21" name="Left Arrow 20"/>
          <p:cNvSpPr/>
          <p:nvPr/>
        </p:nvSpPr>
        <p:spPr>
          <a:xfrm>
            <a:off x="7176135" y="5838825"/>
            <a:ext cx="1683385" cy="544195"/>
          </a:xfrm>
          <a:prstGeom prst="leftArrow">
            <a:avLst>
              <a:gd name="adj1" fmla="val 24390"/>
              <a:gd name="adj2" fmla="val 756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Left Arrow 21"/>
          <p:cNvSpPr/>
          <p:nvPr/>
        </p:nvSpPr>
        <p:spPr>
          <a:xfrm>
            <a:off x="7146925" y="4355465"/>
            <a:ext cx="1683385" cy="697230"/>
          </a:xfrm>
          <a:prstGeom prst="leftArrow">
            <a:avLst>
              <a:gd name="adj1" fmla="val 24390"/>
              <a:gd name="adj2" fmla="val 756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268845" y="3671570"/>
            <a:ext cx="1527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TEMP DATA OF SOIL</a:t>
            </a:r>
            <a:endParaRPr lang="en-IN" altLang="en-US"/>
          </a:p>
        </p:txBody>
      </p:sp>
      <p:sp>
        <p:nvSpPr>
          <p:cNvPr id="26" name="Text Box 25"/>
          <p:cNvSpPr txBox="1"/>
          <p:nvPr/>
        </p:nvSpPr>
        <p:spPr>
          <a:xfrm>
            <a:off x="7225030" y="5097780"/>
            <a:ext cx="1527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MOISTER DATA OF SOIL</a:t>
            </a:r>
            <a:endParaRPr lang="en-IN" altLang="en-US"/>
          </a:p>
        </p:txBody>
      </p:sp>
      <p:pic>
        <p:nvPicPr>
          <p:cNvPr id="27" name="Picture 26" descr="2021-06-20 (1)"/>
          <p:cNvPicPr>
            <a:picLocks noChangeAspect="1"/>
          </p:cNvPicPr>
          <p:nvPr/>
        </p:nvPicPr>
        <p:blipFill>
          <a:blip r:embed="rId3"/>
          <a:srcRect l="42487" t="40247" r="42197" b="31679"/>
          <a:stretch>
            <a:fillRect/>
          </a:stretch>
        </p:blipFill>
        <p:spPr>
          <a:xfrm>
            <a:off x="656590" y="41910"/>
            <a:ext cx="1540510" cy="15875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5467985"/>
            <a:ext cx="1810385" cy="1285875"/>
          </a:xfrm>
          <a:prstGeom prst="rect">
            <a:avLst/>
          </a:prstGeom>
        </p:spPr>
      </p:pic>
      <p:sp>
        <p:nvSpPr>
          <p:cNvPr id="31" name="Up Arrow 30"/>
          <p:cNvSpPr/>
          <p:nvPr/>
        </p:nvSpPr>
        <p:spPr>
          <a:xfrm>
            <a:off x="942975" y="4334510"/>
            <a:ext cx="441325" cy="10280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60" y="2806700"/>
            <a:ext cx="876300" cy="1495425"/>
          </a:xfrm>
          <a:prstGeom prst="rect">
            <a:avLst/>
          </a:prstGeom>
        </p:spPr>
      </p:pic>
      <p:sp>
        <p:nvSpPr>
          <p:cNvPr id="33" name="Up Arrow 32"/>
          <p:cNvSpPr/>
          <p:nvPr/>
        </p:nvSpPr>
        <p:spPr>
          <a:xfrm>
            <a:off x="942975" y="1687830"/>
            <a:ext cx="441325" cy="10280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Up Arrow 33"/>
          <p:cNvSpPr/>
          <p:nvPr/>
        </p:nvSpPr>
        <p:spPr>
          <a:xfrm rot="10800000">
            <a:off x="1384300" y="1717040"/>
            <a:ext cx="441325" cy="10280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Up Arrow 34"/>
          <p:cNvSpPr/>
          <p:nvPr/>
        </p:nvSpPr>
        <p:spPr>
          <a:xfrm rot="10800000">
            <a:off x="1423035" y="4392930"/>
            <a:ext cx="441325" cy="10280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8752205" y="1047115"/>
            <a:ext cx="3294380" cy="1836420"/>
            <a:chOff x="13782" y="66"/>
            <a:chExt cx="5188" cy="2892"/>
          </a:xfrm>
        </p:grpSpPr>
        <p:sp>
          <p:nvSpPr>
            <p:cNvPr id="41" name="Flowchart: Process 40"/>
            <p:cNvSpPr/>
            <p:nvPr/>
          </p:nvSpPr>
          <p:spPr>
            <a:xfrm>
              <a:off x="13782" y="66"/>
              <a:ext cx="5188" cy="2892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013" y="254"/>
              <a:ext cx="2757" cy="1709"/>
            </a:xfrm>
            <a:prstGeom prst="rect">
              <a:avLst/>
            </a:prstGeom>
          </p:spPr>
        </p:pic>
        <p:sp>
          <p:nvSpPr>
            <p:cNvPr id="42" name="Text Box 41"/>
            <p:cNvSpPr txBox="1"/>
            <p:nvPr/>
          </p:nvSpPr>
          <p:spPr>
            <a:xfrm>
              <a:off x="14456" y="2268"/>
              <a:ext cx="428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IN" altLang="en-US" sz="1400"/>
                <a:t>RELAY CONTROLLED BY NODEMCU</a:t>
              </a:r>
              <a:endParaRPr lang="en-IN" altLang="en-US" sz="1400"/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17003" y="410"/>
              <a:ext cx="180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sz="1600"/>
                <a:t>PLANT WATERING PUMP</a:t>
              </a:r>
              <a:endParaRPr lang="en-IN" altLang="en-US" sz="1600"/>
            </a:p>
          </p:txBody>
        </p:sp>
      </p:grpSp>
      <p:sp>
        <p:nvSpPr>
          <p:cNvPr id="46" name="Left Arrow 45"/>
          <p:cNvSpPr/>
          <p:nvPr/>
        </p:nvSpPr>
        <p:spPr>
          <a:xfrm>
            <a:off x="2875915" y="5838825"/>
            <a:ext cx="1683385" cy="697230"/>
          </a:xfrm>
          <a:prstGeom prst="leftArrow">
            <a:avLst>
              <a:gd name="adj1" fmla="val 24390"/>
              <a:gd name="adj2" fmla="val 756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7" name="Text Box 46"/>
          <p:cNvSpPr txBox="1"/>
          <p:nvPr/>
        </p:nvSpPr>
        <p:spPr>
          <a:xfrm>
            <a:off x="2954020" y="4789805"/>
            <a:ext cx="152717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400"/>
              <a:t>ALL SENSOR DATA RECIEVED SENT TO CLOUD SERVER DATABASE</a:t>
            </a:r>
            <a:endParaRPr lang="en-IN" altLang="en-US" sz="140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635" y="0"/>
            <a:ext cx="1079500" cy="929640"/>
          </a:xfrm>
          <a:prstGeom prst="rect">
            <a:avLst/>
          </a:prstGeom>
        </p:spPr>
      </p:pic>
      <p:sp>
        <p:nvSpPr>
          <p:cNvPr id="49" name="Up Arrow 48"/>
          <p:cNvSpPr/>
          <p:nvPr/>
        </p:nvSpPr>
        <p:spPr>
          <a:xfrm rot="10800000">
            <a:off x="6450965" y="988060"/>
            <a:ext cx="441325" cy="787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0" name="Left Arrow 49"/>
          <p:cNvSpPr/>
          <p:nvPr/>
        </p:nvSpPr>
        <p:spPr>
          <a:xfrm rot="10800000">
            <a:off x="7224395" y="1982470"/>
            <a:ext cx="1481455" cy="462915"/>
          </a:xfrm>
          <a:prstGeom prst="leftArrow">
            <a:avLst>
              <a:gd name="adj1" fmla="val 24390"/>
              <a:gd name="adj2" fmla="val 756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Bent Arrow 57"/>
          <p:cNvSpPr/>
          <p:nvPr/>
        </p:nvSpPr>
        <p:spPr>
          <a:xfrm rot="5400000">
            <a:off x="9206865" y="-1762125"/>
            <a:ext cx="633095" cy="4752975"/>
          </a:xfrm>
          <a:prstGeom prst="bentArrow">
            <a:avLst>
              <a:gd name="adj1" fmla="val 2381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Flowchart: Process 58"/>
          <p:cNvSpPr/>
          <p:nvPr/>
        </p:nvSpPr>
        <p:spPr>
          <a:xfrm>
            <a:off x="8903335" y="5236845"/>
            <a:ext cx="314261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0" name="Content Placeholder 17"/>
          <p:cNvPicPr>
            <a:picLocks noChangeAspect="1"/>
          </p:cNvPicPr>
          <p:nvPr/>
        </p:nvPicPr>
        <p:blipFill>
          <a:blip r:embed="rId2"/>
          <a:srcRect l="23585" r="25447"/>
          <a:stretch>
            <a:fillRect/>
          </a:stretch>
        </p:blipFill>
        <p:spPr>
          <a:xfrm>
            <a:off x="9063355" y="5362575"/>
            <a:ext cx="777875" cy="760730"/>
          </a:xfrm>
          <a:prstGeom prst="roundRect">
            <a:avLst/>
          </a:prstGeom>
        </p:spPr>
      </p:pic>
      <p:sp>
        <p:nvSpPr>
          <p:cNvPr id="61" name="Title 4"/>
          <p:cNvSpPr>
            <a:spLocks noGrp="1"/>
          </p:cNvSpPr>
          <p:nvPr/>
        </p:nvSpPr>
        <p:spPr>
          <a:xfrm>
            <a:off x="10113645" y="5362575"/>
            <a:ext cx="1580515" cy="805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/>
              <a:t>Soil Moister Sensor</a:t>
            </a:r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5" name="Flowchart: Process 44"/>
          <p:cNvSpPr/>
          <p:nvPr/>
        </p:nvSpPr>
        <p:spPr>
          <a:xfrm>
            <a:off x="7470140" y="5173345"/>
            <a:ext cx="444817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Flowchart: Process 16"/>
          <p:cNvSpPr/>
          <p:nvPr/>
        </p:nvSpPr>
        <p:spPr>
          <a:xfrm>
            <a:off x="2990850" y="2445385"/>
            <a:ext cx="2076450" cy="18180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258445" y="190500"/>
            <a:ext cx="11659870" cy="368300"/>
          </a:xfrm>
          <a:prstGeom prst="rect">
            <a:avLst/>
          </a:prstGeom>
          <a:gradFill>
            <a:gsLst>
              <a:gs pos="0">
                <a:srgbClr val="14CD68">
                  <a:alpha val="70000"/>
                </a:srgbClr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algn="ctr"/>
            <a:r>
              <a:rPr lang="en-IN" altLang="en-US"/>
              <a:t>COMPONENTS</a:t>
            </a:r>
            <a:endParaRPr lang="en-IN" alt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58445" y="747395"/>
            <a:ext cx="1982470" cy="4875530"/>
            <a:chOff x="8039" y="1561"/>
            <a:chExt cx="3122" cy="7678"/>
          </a:xfrm>
        </p:grpSpPr>
        <p:sp>
          <p:nvSpPr>
            <p:cNvPr id="5" name="Rectangles 4"/>
            <p:cNvSpPr/>
            <p:nvPr/>
          </p:nvSpPr>
          <p:spPr>
            <a:xfrm>
              <a:off x="8039" y="1561"/>
              <a:ext cx="3122" cy="76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8160" y="1826"/>
              <a:ext cx="288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NodeMCU MicroController</a:t>
              </a:r>
              <a:endParaRPr lang="en-IN" altLang="en-US"/>
            </a:p>
          </p:txBody>
        </p:sp>
        <p:sp>
          <p:nvSpPr>
            <p:cNvPr id="3" name="Text Box 2"/>
            <p:cNvSpPr txBox="1"/>
            <p:nvPr/>
          </p:nvSpPr>
          <p:spPr>
            <a:xfrm>
              <a:off x="10228" y="3144"/>
              <a:ext cx="724" cy="57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IN" altLang="en-US"/>
                <a:t>**********Analop Pins ***********</a:t>
              </a:r>
              <a:endParaRPr lang="en-IN" alt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8160" y="3144"/>
              <a:ext cx="724" cy="575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en-IN" altLang="en-US"/>
                <a:t>**********Digital Pins***********</a:t>
              </a:r>
              <a:endParaRPr lang="en-IN" altLang="en-US"/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8666" y="7983"/>
              <a:ext cx="18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Power Supply 5v</a:t>
              </a:r>
              <a:endParaRPr lang="en-IN" alt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8666" y="3450"/>
              <a:ext cx="186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/>
                <a:t>ESP Wifi Module</a:t>
              </a:r>
              <a:endParaRPr lang="en-IN" altLang="en-US"/>
            </a:p>
          </p:txBody>
        </p:sp>
      </p:grpSp>
      <p:sp>
        <p:nvSpPr>
          <p:cNvPr id="4" name="Flowchart: Process 3"/>
          <p:cNvSpPr/>
          <p:nvPr/>
        </p:nvSpPr>
        <p:spPr>
          <a:xfrm>
            <a:off x="2559685" y="747395"/>
            <a:ext cx="314261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3914140" y="985520"/>
            <a:ext cx="1586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TEMPARATURE SENSOR</a:t>
            </a:r>
            <a:endParaRPr lang="en-IN" altLang="en-US"/>
          </a:p>
        </p:txBody>
      </p:sp>
      <p:sp>
        <p:nvSpPr>
          <p:cNvPr id="59" name="Flowchart: Process 58"/>
          <p:cNvSpPr/>
          <p:nvPr/>
        </p:nvSpPr>
        <p:spPr>
          <a:xfrm>
            <a:off x="6259195" y="747395"/>
            <a:ext cx="3142615" cy="15055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0" name="Content Placeholder 17"/>
          <p:cNvPicPr>
            <a:picLocks noChangeAspect="1"/>
          </p:cNvPicPr>
          <p:nvPr/>
        </p:nvPicPr>
        <p:blipFill>
          <a:blip r:embed="rId1"/>
          <a:srcRect l="23585" r="25447"/>
          <a:stretch>
            <a:fillRect/>
          </a:stretch>
        </p:blipFill>
        <p:spPr>
          <a:xfrm>
            <a:off x="6419850" y="873125"/>
            <a:ext cx="777875" cy="760730"/>
          </a:xfrm>
          <a:prstGeom prst="roundRect">
            <a:avLst/>
          </a:prstGeom>
        </p:spPr>
      </p:pic>
      <p:sp>
        <p:nvSpPr>
          <p:cNvPr id="61" name="Title 4"/>
          <p:cNvSpPr>
            <a:spLocks noGrp="1"/>
          </p:cNvSpPr>
          <p:nvPr/>
        </p:nvSpPr>
        <p:spPr>
          <a:xfrm>
            <a:off x="7470140" y="873125"/>
            <a:ext cx="1580515" cy="805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/>
              <a:t>Soil Moister Sensor</a:t>
            </a:r>
            <a:endParaRPr lang="en-IN" altLang="en-US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705" y="747395"/>
            <a:ext cx="1661160" cy="1430655"/>
          </a:xfrm>
          <a:prstGeom prst="rect">
            <a:avLst/>
          </a:prstGeom>
        </p:spPr>
      </p:pic>
      <p:pic>
        <p:nvPicPr>
          <p:cNvPr id="40" name="Content Placeholder 39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990850" y="2445385"/>
            <a:ext cx="2076450" cy="1286510"/>
          </a:xfrm>
          <a:prstGeom prst="rect">
            <a:avLst/>
          </a:prstGeom>
        </p:spPr>
      </p:pic>
      <p:pic>
        <p:nvPicPr>
          <p:cNvPr id="14" name="Content Placeholder 8"/>
          <p:cNvPicPr>
            <a:picLocks noChangeAspect="1"/>
          </p:cNvPicPr>
          <p:nvPr>
            <p:ph idx="1"/>
          </p:nvPr>
        </p:nvPicPr>
        <p:blipFill>
          <a:blip r:embed="rId4"/>
          <a:srcRect t="4759" b="3184"/>
          <a:stretch>
            <a:fillRect/>
          </a:stretch>
        </p:blipFill>
        <p:spPr>
          <a:xfrm>
            <a:off x="2721610" y="898525"/>
            <a:ext cx="1048385" cy="1048385"/>
          </a:xfrm>
          <a:prstGeom prst="round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250565" y="3822700"/>
            <a:ext cx="1615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5V RELAY</a:t>
            </a:r>
            <a:endParaRPr lang="en-I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500370" y="2676525"/>
            <a:ext cx="3141980" cy="1504950"/>
            <a:chOff x="9304" y="4097"/>
            <a:chExt cx="4948" cy="2370"/>
          </a:xfrm>
        </p:grpSpPr>
        <p:sp>
          <p:nvSpPr>
            <p:cNvPr id="19" name="Flowchart: Process 18"/>
            <p:cNvSpPr/>
            <p:nvPr/>
          </p:nvSpPr>
          <p:spPr>
            <a:xfrm>
              <a:off x="9304" y="4097"/>
              <a:ext cx="4949" cy="2371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" name="Title 4"/>
            <p:cNvSpPr>
              <a:spLocks noGrp="1"/>
            </p:cNvSpPr>
            <p:nvPr/>
          </p:nvSpPr>
          <p:spPr>
            <a:xfrm>
              <a:off x="11764" y="4673"/>
              <a:ext cx="2489" cy="12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altLang="en-US"/>
                <a:t>4G ROUTER</a:t>
              </a:r>
              <a:endParaRPr lang="en-IN" alt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04" y="4147"/>
              <a:ext cx="2321" cy="2321"/>
            </a:xfrm>
            <a:prstGeom prst="rect">
              <a:avLst/>
            </a:prstGeom>
          </p:spPr>
        </p:pic>
      </p:grpSp>
      <p:grpSp>
        <p:nvGrpSpPr>
          <p:cNvPr id="43" name="Group 42"/>
          <p:cNvGrpSpPr/>
          <p:nvPr/>
        </p:nvGrpSpPr>
        <p:grpSpPr>
          <a:xfrm>
            <a:off x="8815070" y="2676525"/>
            <a:ext cx="3141980" cy="1562100"/>
            <a:chOff x="13820" y="4190"/>
            <a:chExt cx="4948" cy="2460"/>
          </a:xfrm>
        </p:grpSpPr>
        <p:grpSp>
          <p:nvGrpSpPr>
            <p:cNvPr id="38" name="Group 37"/>
            <p:cNvGrpSpPr/>
            <p:nvPr/>
          </p:nvGrpSpPr>
          <p:grpSpPr>
            <a:xfrm>
              <a:off x="13820" y="4215"/>
              <a:ext cx="4949" cy="2371"/>
              <a:chOff x="9304" y="4097"/>
              <a:chExt cx="4949" cy="2371"/>
            </a:xfrm>
          </p:grpSpPr>
          <p:sp>
            <p:nvSpPr>
              <p:cNvPr id="39" name="Flowchart: Process 38"/>
              <p:cNvSpPr/>
              <p:nvPr/>
            </p:nvSpPr>
            <p:spPr>
              <a:xfrm>
                <a:off x="9304" y="4097"/>
                <a:ext cx="4949" cy="2371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41" name="Title 4"/>
              <p:cNvSpPr>
                <a:spLocks noGrp="1"/>
              </p:cNvSpPr>
              <p:nvPr/>
            </p:nvSpPr>
            <p:spPr>
              <a:xfrm>
                <a:off x="11764" y="4673"/>
                <a:ext cx="2489" cy="1269"/>
              </a:xfrm>
              <a:prstGeom prst="rect">
                <a:avLst/>
              </a:prstGeom>
            </p:spPr>
            <p:txBody>
              <a:bodyPr vert="horz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IN" altLang="en-US" sz="2000"/>
                  <a:t>5V-12V SUBMERSIBLE PUMP</a:t>
                </a:r>
                <a:endParaRPr lang="en-IN" altLang="en-US" sz="2000"/>
              </a:p>
            </p:txBody>
          </p:sp>
        </p:grpSp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20" y="4190"/>
              <a:ext cx="2460" cy="2460"/>
            </a:xfrm>
            <a:prstGeom prst="rect">
              <a:avLst/>
            </a:prstGeom>
          </p:spPr>
        </p:pic>
      </p:grpSp>
      <p:pic>
        <p:nvPicPr>
          <p:cNvPr id="44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8070" y="5200650"/>
            <a:ext cx="2139950" cy="1450975"/>
          </a:xfrm>
          <a:prstGeom prst="rect">
            <a:avLst/>
          </a:prstGeom>
        </p:spPr>
      </p:pic>
      <p:sp>
        <p:nvSpPr>
          <p:cNvPr id="46" name="Text Box 45"/>
          <p:cNvSpPr txBox="1"/>
          <p:nvPr/>
        </p:nvSpPr>
        <p:spPr>
          <a:xfrm>
            <a:off x="9818370" y="5476875"/>
            <a:ext cx="1908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SILICON TUBING</a:t>
            </a:r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3" name="Content Placeholder 1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02030" y="3357245"/>
            <a:ext cx="2898140" cy="2898140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9665" y="1430020"/>
            <a:ext cx="1962150" cy="1647825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32385" y="784860"/>
            <a:ext cx="4156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/>
              <a:t>AUTOMATE PLANT WATERING BASED ON SOIL MOISTER DATA</a:t>
            </a:r>
            <a:endParaRPr lang="en-I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WPS Presentation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Smart Plant Watering and Matainance System Project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Sara</cp:lastModifiedBy>
  <cp:revision>23</cp:revision>
  <dcterms:created xsi:type="dcterms:W3CDTF">2021-06-20T15:45:00Z</dcterms:created>
  <dcterms:modified xsi:type="dcterms:W3CDTF">2021-06-26T06:08:13Z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